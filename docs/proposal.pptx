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맑은 고딕"/>
              </a:defRPr>
            </a:pPr>
            <a:r>
              <a:t>사내 코딩 어시스턴트 도입 방식 검토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  <a:latin typeface="맑은 고딕"/>
              </a:defRPr>
            </a:pPr>
            <a:r>
              <a:t>벡터 RAG + 웹 UI 방식의 한계와</a:t>
            </a:r>
            <a:br/>
            <a:r>
              <a:t>구조 기반 MCP 방식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맑은 고딕"/>
              </a:defRPr>
            </a:pPr>
            <a:r>
              <a:t>Pro*C / ProFrame 코드베이스에 최적화된 접근 방식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2743200" cy="4572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PoC 비교 검증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맑은 고딕"/>
              </a:defRPr>
            </a:pPr>
            <a: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맑은 고딕"/>
              </a:defRPr>
            </a:pPr>
            <a:r>
              <a:t>현재 제안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맑은 고딕"/>
              </a:defRPr>
            </a:pPr>
            <a:r>
              <a:t>벡터 RAG + 웹 UI 코딩 어시스턴트 방식의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맑은 고딕"/>
              </a:defRPr>
            </a:pPr>
            <a:r>
              <a:t>Pro*C 환경에서의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60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맑은 고딕"/>
              </a:defRPr>
            </a:pPr>
            <a:r>
              <a:t>벡터 RAG가 Pro*C 코드베이스에서 왜 작동하지 않는가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맑은 고딕"/>
              </a:defRPr>
            </a:pPr>
            <a:r>
              <a:t>대안: 구조 기반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00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맑은 고딕"/>
              </a:defRPr>
            </a:pPr>
            <a:r>
              <a:t>ProFrame의 구조 정보를 그대로 활용하는 접근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661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66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맑은 고딕"/>
              </a:defRPr>
            </a:pPr>
            <a:r>
              <a:t>PoC 비교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8404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맑은 고딕"/>
              </a:defRPr>
            </a:pPr>
            <a:r>
              <a:t>동일 코드베이스에서 두 방식 정량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JetBrains Mono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맑은 고딕"/>
              </a:defRPr>
            </a:pPr>
            <a:r>
              <a:t>구조 기반 방식의 실제 동작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805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맑은 고딕"/>
              </a:defRPr>
            </a:pPr>
            <a:r>
              <a:t>개발자 시나리오별 시연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JetBrains Mono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맑은 고딕"/>
              </a:defRPr>
            </a:pPr>
            <a:r>
              <a:t>도입 방안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맑은 고딕"/>
              </a:defRPr>
            </a:pPr>
            <a:r>
              <a:t>구현 복잡도, 비용, 유지보수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8639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JetBrains Mono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486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맑은 고딕"/>
              </a:defRPr>
            </a:pPr>
            <a:r>
              <a:t>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6071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맑은 고딕"/>
              </a:defRPr>
            </a:pPr>
            <a:r>
              <a:t>권장 접근 방식 및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현재 제안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맑은 고딕"/>
              </a:defRPr>
            </a:pPr>
            <a:r>
              <a:t>벡터 RAG + 별도 웹 UI 코딩 어시스턴트를 구축하는 방식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4846320" cy="29260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제안된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1. 코드를 텍스트 청크로 분할 (6~50줄)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2. 임베딩 모델로 벡터화 → 벡터 DB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35224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3. 사용자 질문 → 유사도 검색 → 관련 청크 반환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91256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4. LLM이 청크 기반으로 답변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47288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5. 별도 웹 UI에서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2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필요 인프라: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15384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임베딩 모델 (GPU 또는 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71416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벡터 DB (ChromaDB / Pinecone 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27448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웹 서버 + 프론트엔드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LLM API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4846320" cy="29260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맑은 고딕"/>
              </a:defRPr>
            </a:pPr>
            <a:r>
              <a:t>이 방식의 전제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23160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코드가 자연어 텍스트처럼 작동한다고 가정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79192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→ 유사한 단어 = 유사한 기능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35224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583680" y="3191256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이 전제가 맞는 경우: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447288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일반 텍스트 문서 검색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다양한 언어/프레임워크의 오픈소스 코드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59352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함수명/변수명이 자기 설명적인 코드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15384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583680" y="4471416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이 전제가 틀리는 경우: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27448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같은 변수명이 다른 도메인에서 반복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비즈니스 로직이 SQL에 있는 코드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39512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• 호출 관계가 코드 텍스트에 드러나지 않는 코드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212080"/>
            <a:ext cx="10332720" cy="9144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맑은 고딕"/>
              </a:defRPr>
            </a:pPr>
            <a:r>
              <a:t>질문: Pro*C/ProFrame 코드베이스가 이 전제에 맞는가?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맑은 고딕"/>
              </a:defRPr>
            </a:pPr>
            <a:r>
              <a:t>→ 다음 장에서 검증합니다.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Pro*C 환경에서 벡터 RAG의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20116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문제 1: 노이즈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tax_amt, acct_no, fee_rate,</a:t>
            </a:r>
            <a:br/>
            <a:r>
              <a:t>HOLD_QTY, EVAL_AMT ...</a:t>
            </a:r>
            <a:br/>
            <a:br/>
            <a:r>
              <a:t>이 변수명들이 주식, 채권, 펀드,</a:t>
            </a:r>
            <a:br/>
            <a:r>
              <a:t>배당, 대출 등 모든 도메인에서</a:t>
            </a:r>
            <a:br/>
            <a:r>
              <a:t>동일하게 사용됨.</a:t>
            </a:r>
            <a:br/>
            <a:br/>
            <a:r>
              <a:t>→ 벡터 유사도가 높지만</a:t>
            </a:r>
            <a:br/>
            <a:r>
              <a:t>   실제로는 무관한 코드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00400" cy="20116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문제 2: 컨텍스트 단절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Pro*C 함수를 이해하려면:</a:t>
            </a:r>
            <a:br/>
            <a:r>
              <a:t>  • 호출하는 다른 함수</a:t>
            </a:r>
            <a:br/>
            <a:r>
              <a:t>  • 입출력 구조체 (struct)</a:t>
            </a:r>
            <a:br/>
            <a:r>
              <a:t>  • 참조 테이블 DDL</a:t>
            </a:r>
            <a:br/>
            <a:br/>
            <a:r>
              <a:t>이 모두 다른 파일에 있음.</a:t>
            </a:r>
            <a:br/>
            <a:r>
              <a:t>청크 검색은 한 파일의 조각만</a:t>
            </a:r>
            <a:br/>
            <a:r>
              <a:t>반환하므로 전체 그림이 안 보임.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문제 3: 구조 낭비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488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ProFrame이 이미 제공하는 것:</a:t>
            </a:r>
            <a:br/>
            <a:r>
              <a:t>  • 서비스 등록 정보 (이름, 설명)</a:t>
            </a:r>
            <a:br/>
            <a:r>
              <a:t>  • FDL (입출력 구조체 정의)</a:t>
            </a:r>
            <a:br/>
            <a:r>
              <a:t>  • EXECUTE_SERVICE (호출 관계)</a:t>
            </a:r>
            <a:br/>
            <a:br/>
            <a:r>
              <a:t>벡터 RAG는 이 구조 정보를</a:t>
            </a:r>
            <a:br/>
            <a:r>
              <a:t>전부 무시하고 코드를 텍스트</a:t>
            </a:r>
            <a:br/>
            <a:r>
              <a:t>조각으로 취급함.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10332720" cy="7315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Pro*C/ProFrame 코드베이스의 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맑은 고딕"/>
              </a:defRPr>
            </a:pPr>
            <a:r>
              <a:t>C + SQL 혼합  |  동일 변수명이 도메인 간 반복  |  비즈니스 로직 = EXEC SQL  |  ProFrame이 이미 구조화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맑은 고딕"/>
              </a:defRPr>
            </a:pPr>
            <a:r>
              <a:t>결론: 구조화된 코드에 비정형 텍스트 검색을 적용하는 것은</a:t>
            </a:r>
            <a:br/>
            <a:r>
              <a:t>엑셀 테이블이 있는데 자연어로 검색하는 것과 같다.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AFAFA"/>
                </a:solidFill>
                <a:latin typeface="맑은 고딕"/>
              </a:defRPr>
            </a:pPr>
            <a:r>
              <a:t>대안: 구조 기반 MCP + 기존 AI 코딩 도구 활용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645920"/>
            <a:ext cx="45720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1691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9090B"/>
                </a:solidFill>
                <a:latin typeface="맑은 고딕"/>
              </a:defRPr>
            </a:pPr>
            <a:r>
              <a:t>Claude Code (기존 AI 코딩 도구)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004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맑은 고딕"/>
              </a:defRPr>
            </a:pPr>
            <a:r>
              <a:t>svn-bridge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맑은 고딕"/>
              </a:defRPr>
            </a:pPr>
            <a:r>
              <a:t>SVN 이력 조회</a:t>
            </a:r>
            <a:br/>
            <a:r>
              <a:t>커밋 로그, diff, blame</a:t>
            </a:r>
            <a:br/>
            <a:r>
              <a:t>코드 읽기 (svn_cat)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320040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proc-retrieval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00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맑은 고딕"/>
              </a:defRPr>
            </a:pPr>
            <a:r>
              <a:t>코드 구조 검색 (10개 Tool)</a:t>
            </a:r>
            <a:br/>
            <a:r>
              <a:t>호출 그래프, 영향도, 업무 흐름</a:t>
            </a:r>
            <a:br/>
            <a:r>
              <a:t>SQLite 경량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017520" cy="146304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맑은 고딕"/>
              </a:defRPr>
            </a:pPr>
            <a:r>
              <a:t>Read / Edit (내장)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맑은 고딕"/>
              </a:defRPr>
            </a:pPr>
            <a:r>
              <a:t>실제 코드 파일 읽기/수정</a:t>
            </a:r>
            <a:br/>
            <a:r>
              <a:t>Claude Code 내장 기능</a:t>
            </a:r>
            <a:br/>
            <a:r>
              <a:t>Repo 원본 직접 접근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5029200" cy="16459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핵심 차이점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• 별도 웹 UI 개발 불필요 → Claude Code가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4865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• 임베딩 모델/GPU 불필요 → SQLite 파일 1개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681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• 코드를 청크로 자르지 않음 → 구조 그대로 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68756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• MCP는 경로만 반환 → 코드는 repo에서 직접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907024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• ProFrame 구조 정보를 100% 활용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572000"/>
            <a:ext cx="4846320" cy="16459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MCP(Model Context Protocol)란?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AI 코딩 도구가 외부 데이터 소스에</a:t>
            </a:r>
            <a:br/>
            <a:r>
              <a:t>접근할 수 있게 해주는 표준 프로토콜.</a:t>
            </a:r>
            <a:br/>
            <a:br/>
            <a:r>
              <a:t>Claude Code, Cursor, Windsurf 등</a:t>
            </a:r>
            <a:br/>
            <a:r>
              <a:t>주요 AI 코딩 도구가 지원.</a:t>
            </a:r>
            <a:br/>
            <a:br/>
            <a:r>
              <a:t>→ 한 번 만들면 여러 도구에서 사용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PoC 비교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맑은 고딕"/>
              </a:defRPr>
            </a:pPr>
            <a:r>
              <a:t>동일 코드베이스(128파일, 81함수)에서 10개 시나리오로 정량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286000" cy="4572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1A1AA"/>
                </a:solidFill>
                <a:latin typeface="맑은 고딕"/>
              </a:defRPr>
            </a:pPr>
            <a:r>
              <a:t>지표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920240"/>
            <a:ext cx="2286000" cy="4572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벡터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920240"/>
            <a:ext cx="2286000" cy="4572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맑은 고딕"/>
              </a:defRPr>
            </a:pPr>
            <a:r>
              <a:t>구조 기반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920240"/>
            <a:ext cx="3657600" cy="4572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1A1AA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7744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Recall</a:t>
            </a:r>
            <a:br/>
            <a:r>
              <a:t>(정답을 찾았는가)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37744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40.0%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37744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98.0%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377440"/>
            <a:ext cx="36576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맑은 고딕"/>
              </a:defRPr>
            </a:pPr>
            <a:r>
              <a:t>구조 기반이 2.5배 높은 정답률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01752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Noise</a:t>
            </a:r>
            <a:br/>
            <a:r>
              <a:t>(잘못된 결과 비율)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01752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22.0%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01752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108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0.6%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017520"/>
            <a:ext cx="36576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맑은 고딕"/>
              </a:defRPr>
            </a:pPr>
            <a:r>
              <a:t>벡터는 노이즈가 5건 중 1건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65760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Completeness</a:t>
            </a:r>
            <a:br/>
            <a:r>
              <a:t>(완전한 컨텍스트)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65760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52.5%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3657600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97.5%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657600"/>
            <a:ext cx="36576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맑은 고딕"/>
              </a:defRPr>
            </a:pPr>
            <a:r>
              <a:t>구조 기반은 호출함수+DDL까지 포함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297679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3891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Precision</a:t>
            </a:r>
            <a:br/>
            <a:r>
              <a:t>(반환 중 정답 비율)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4297679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43891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34.0%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4297679"/>
            <a:ext cx="22860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43891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40.7%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4297679"/>
            <a:ext cx="3657600" cy="64008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43891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맑은 고딕"/>
              </a:defRPr>
            </a:pPr>
            <a:r>
              <a:t>구조 기반이 유틸 함수도 포함해서 비슷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029200"/>
            <a:ext cx="10332720" cy="11887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50749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왜 이런 차이가 나는가?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벡터 RAG:</a:t>
            </a:r>
            <a:br/>
            <a:r>
              <a:t>"환매 수수료 계산" 검색 → tax_amt, fee_rate 등</a:t>
            </a:r>
            <a:br/>
            <a:r>
              <a:t>유사 변수명을 가진 채권/배당/대출 코드가 노이즈로 반환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486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구조 기반:</a:t>
            </a:r>
            <a:br/>
            <a:r>
              <a:t>"환매 수수료 계산" → RD_FEE_03 특정</a:t>
            </a:r>
            <a:br/>
            <a:r>
              <a:t>→ 호출 그래프(CM_TAX_01, CM_DATE_CHK) + DDL 자동 확장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구조 기반 방식의 실제 동작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8229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맑은 고딕"/>
              </a:defRPr>
            </a:pPr>
            <a:r>
              <a:t>"이 함수 수정하면 영향 어디?"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get_impact("CM_TAX_01")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7451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맑은 고딕"/>
              </a:defRPr>
            </a:pPr>
            <a:r>
              <a:t>→ 9개 직접 호출자 + 9개 간접 호출자</a:t>
            </a:r>
            <a:br/>
            <a:r>
              <a:t>depth별 영향 범위 즉시 파악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332720" cy="8229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맑은 고딕"/>
              </a:defRPr>
            </a:pPr>
            <a:r>
              <a:t>"이 테이블 누가 쓰지?"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find_by_table("TB_ACCT_MST")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맑은 고딕"/>
              </a:defRPr>
            </a:pPr>
            <a:r>
              <a:t>→ 14개 컬럼, SELECT/INSERT/UPDATE별</a:t>
            </a:r>
            <a:br/>
            <a:r>
              <a:t>사용 함수 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10332720" cy="8229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맑은 고딕"/>
              </a:defRPr>
            </a:pPr>
            <a:r>
              <a:t>"이 업무 전체 흐름 보여줘"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204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get_business_flow("FD_PAY_01")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맑은 고딕"/>
              </a:defRPr>
            </a:pPr>
            <a:r>
              <a:t>→ 호출 트리 + 각 단계 SQL 연산</a:t>
            </a:r>
            <a:br/>
            <a:r>
              <a:t>(SELECT TB_FUND_DIST → FD_TAX_02 → ...)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10332720" cy="8229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맑은 고딕"/>
              </a:defRPr>
            </a:pPr>
            <a:r>
              <a:t>"이 에러 어디서 나는 거야?"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find_by_error_code("E101")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맑은 고딕"/>
              </a:defRPr>
            </a:pPr>
            <a:r>
              <a:t>→ ST_BUY_01 "주문가능금액 부족"</a:t>
            </a:r>
            <a:br/>
            <a:r>
              <a:t>에러 설정 위치 + 주변 코드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94960"/>
            <a:ext cx="10332720" cy="82296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맑은 고딕"/>
              </a:defRPr>
            </a:pPr>
            <a:r>
              <a:t>"이 함수 코드 수정해줘"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get_function → Read → 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715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맑은 고딕"/>
              </a:defRPr>
            </a:pPr>
            <a:r>
              <a:t>→ 구조 파악(MCP) → 코드 로드(Read)</a:t>
            </a:r>
            <a:br/>
            <a:r>
              <a:t>→ 수정(Edit) — 항상 최신 코드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도입 방안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286000" cy="4114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1A1AA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554480"/>
            <a:ext cx="3657600" cy="4114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맑은 고딕"/>
              </a:defRPr>
            </a:pPr>
            <a:r>
              <a:t>벡터 RAG + 웹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554480"/>
            <a:ext cx="4389120" cy="4114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002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맑은 고딕"/>
              </a:defRPr>
            </a:pPr>
            <a:r>
              <a:t>구조 기반 MCP + Claude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65960"/>
            <a:ext cx="22860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D4D8"/>
                </a:solidFill>
                <a:latin typeface="맑은 고딕"/>
              </a:defRPr>
            </a:pPr>
            <a:r>
              <a:t>UI 개발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965960"/>
            <a:ext cx="36576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웹 프론트엔드 + 백엔드</a:t>
            </a:r>
            <a:br/>
            <a:r>
              <a:t>별도 구축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965960"/>
            <a:ext cx="438912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0574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불필요</a:t>
            </a:r>
            <a:br/>
            <a:r>
              <a:t>Claude Code가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97480"/>
            <a:ext cx="22860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88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D4D8"/>
                </a:solidFill>
                <a:latin typeface="맑은 고딕"/>
              </a:defRPr>
            </a:pPr>
            <a:r>
              <a:t>인프라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697480"/>
            <a:ext cx="36576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788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임베딩 모델 (GPU/API)</a:t>
            </a:r>
            <a:br/>
            <a:r>
              <a:t>벡터 DB 서버</a:t>
            </a:r>
            <a:br/>
            <a:r>
              <a:t>웹 서버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697480"/>
            <a:ext cx="438912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7889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SQLite 파일 1개</a:t>
            </a:r>
            <a:br/>
            <a:r>
              <a:t>(수 MB)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429000"/>
            <a:ext cx="22860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D4D8"/>
                </a:solidFill>
                <a:latin typeface="맑은 고딕"/>
              </a:defRPr>
            </a:pPr>
            <a:r>
              <a:t>코드 최신성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429000"/>
            <a:ext cx="36576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520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임베딩 재생성 필요</a:t>
            </a:r>
            <a:br/>
            <a:r>
              <a:t>(코드 변경 시마다)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429000"/>
            <a:ext cx="438912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5204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repo에서 직접 Read</a:t>
            </a:r>
            <a:br/>
            <a:r>
              <a:t>항상 최신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60520"/>
            <a:ext cx="22860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51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D4D8"/>
                </a:solidFill>
                <a:latin typeface="맑은 고딕"/>
              </a:defRPr>
            </a:pPr>
            <a:r>
              <a:t>검색 정확도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160520"/>
            <a:ext cx="36576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4251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Recall 40%</a:t>
            </a:r>
            <a:br/>
            <a:r>
              <a:t>Noise 22%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160520"/>
            <a:ext cx="438912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251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Recall 98%</a:t>
            </a:r>
            <a:br/>
            <a:r>
              <a:t>Noise 0.6%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892040"/>
            <a:ext cx="22860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9834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D4D8"/>
                </a:solidFill>
                <a:latin typeface="맑은 고딕"/>
              </a:defRPr>
            </a:pPr>
            <a:r>
              <a:t>유지보수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4892040"/>
            <a:ext cx="36576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98347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임베딩 모델 업데이트</a:t>
            </a:r>
            <a:br/>
            <a:r>
              <a:t>벡터 DB 관리</a:t>
            </a:r>
            <a:br/>
            <a:r>
              <a:t>웹 서버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4892040"/>
            <a:ext cx="438912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4983479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SQLite 재인덱싱</a:t>
            </a:r>
            <a:br/>
            <a:r>
              <a:t>(수 초)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623560"/>
            <a:ext cx="22860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715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D4D8"/>
                </a:solidFill>
                <a:latin typeface="맑은 고딕"/>
              </a:defRPr>
            </a:pPr>
            <a:r>
              <a:t>구현 기간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5623560"/>
            <a:ext cx="365760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5715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프론트 + 백엔드 + RAG</a:t>
            </a:r>
            <a:br/>
            <a:r>
              <a:t>파이프라인 = 수 개월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5623560"/>
            <a:ext cx="4389120" cy="731520"/>
          </a:xfrm>
          <a:prstGeom prst="roundRect">
            <a:avLst/>
          </a:prstGeom>
          <a:solidFill>
            <a:srgbClr val="131316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57150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맑은 고딕"/>
              </a:defRPr>
            </a:pPr>
            <a:r>
              <a:t>MCP 2개 + 파서</a:t>
            </a:r>
            <a:br/>
            <a:r>
              <a:t>= 4주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제안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09728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8"/>
                </a:solidFill>
                <a:latin typeface="맑은 고딕"/>
              </a:defRPr>
            </a:pPr>
            <a:r>
              <a:t>사내 코딩 어시스턴트 도입 시, 벡터 RAG + 별도 웹 UI 구축 대신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맑은 고딕"/>
              </a:defRPr>
            </a:pPr>
            <a:r>
              <a:t>ProFrame 구조 정보 기반 MCP 서버를 구축하고, 기존 AI 코딩 도구(Claude Code 등)와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4846320" cy="22860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54679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맑은 고딕"/>
              </a:defRPr>
            </a:pPr>
            <a:r>
              <a:t>필요 리소스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39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개발자 1명 (파서 + MCP 구축, 3주)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76472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업무 시니어 1명 (서비스 설명 검토, 2~3일)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32504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4288536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인프라: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44568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SQLite 파일 1개 (수 MB)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SVN 접근 권한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56632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  Claude Code 라이선스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12664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97280" y="5568696"/>
            <a:ext cx="4480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불필요: GPU, 벡터 DB, 웹 서버, 프론트엔드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17520"/>
            <a:ext cx="4846320" cy="228600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맑은 고딕"/>
              </a:defRPr>
            </a:pPr>
            <a:r>
              <a:t>구현 일정 (4주)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JetBrains Mono"/>
              </a:defRPr>
            </a:pPr>
            <a:r>
              <a:t>1주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Pro*C 파서 개발</a:t>
            </a:r>
            <a:br/>
            <a:r>
              <a:t>실제 .pc 파일 파싱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776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JetBrains Mono"/>
              </a:defRPr>
            </a:pPr>
            <a:r>
              <a:t>2주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977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MCP 서버 구축</a:t>
            </a:r>
            <a:br/>
            <a:r>
              <a:t>proc-retrieval + svn-bridge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389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JetBrains Mono"/>
              </a:defRPr>
            </a:pPr>
            <a:r>
              <a:t>3주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전체 코드베이스 인덱싱</a:t>
            </a:r>
            <a:br/>
            <a:r>
              <a:t>검색 정확도 튜닝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00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JetBrains Mono"/>
              </a:defRPr>
            </a:pPr>
            <a:r>
              <a:t>4주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D4D8"/>
                </a:solidFill>
                <a:latin typeface="맑은 고딕"/>
              </a:defRPr>
            </a:pPr>
            <a:r>
              <a:t>Claude Code 연동</a:t>
            </a:r>
            <a:br/>
            <a:r>
              <a:t>개발자 파일럿 테스트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6235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맑은 고딕"/>
              </a:defRPr>
            </a:pPr>
            <a:r>
              <a:t>다음 단계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9436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1. 실제 Pro*C 파일 10개로 파서 검증    2. ProFrame 서비스 설명 품질 확인    3. 파일럿 팀 선정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AFAFA"/>
                </a:solidFill>
                <a:latin typeface="맑은 고딕"/>
              </a:defRPr>
            </a:pPr>
            <a:r>
              <a:t>코딩 어시스턴트를 새로 만들 필요가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  <a:latin typeface="맑은 고딕"/>
              </a:defRPr>
            </a:pPr>
            <a:r>
              <a:t>AI 코딩 도구가 우리 코드를 이해할 수 있게</a:t>
            </a:r>
            <a:br/>
            <a:r>
              <a:t>구조 정보를 제공하면 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931920"/>
            <a:ext cx="5486400" cy="1645920"/>
          </a:xfrm>
          <a:prstGeom prst="roundRect">
            <a:avLst/>
          </a:prstGeom>
          <a:solidFill>
            <a:srgbClr val="1A1A1E"/>
          </a:solidFill>
          <a:ln w="12700">
            <a:solidFill>
              <a:srgbClr val="25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1A1AA"/>
                </a:solidFill>
                <a:latin typeface="맑은 고딕"/>
              </a:defRPr>
            </a:pPr>
            <a:r>
              <a:t>PoC 검증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맑은 고딕"/>
              </a:defRPr>
            </a:pPr>
            <a:r>
              <a:t>Recall 98%  |  Noise 0.6%  |  50/50 테스트 통과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벡터 RAG 대비: Recall 2.5배 ↑ | Noise 36배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212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2명 × 4주  |  웹 UI 불필요  |  GPU/벡터DB 불필요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